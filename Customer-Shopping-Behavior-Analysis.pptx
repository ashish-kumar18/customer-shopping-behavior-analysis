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66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06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2C51AFC-EB6D-E546-B883-DA9D531F1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A4FE3EB-5398-F979-44CE-496A1FD53E51}"/>
              </a:ext>
            </a:extLst>
          </p:cNvPr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AC737D-BDBB-47C7-EBB0-D0D0F5A096CB}"/>
              </a:ext>
            </a:extLst>
          </p:cNvPr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9937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D562D99-7204-290B-DA13-5C4C42084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6F4D7D3-DBCB-C601-4E4D-8A86B387E72B}"/>
              </a:ext>
            </a:extLst>
          </p:cNvPr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A08D2A8-BDF0-DA9F-3EAD-1C50531C4C68}"/>
              </a:ext>
            </a:extLst>
          </p:cNvPr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38CC636-6E75-6F95-10C7-DFA29783012E}"/>
              </a:ext>
            </a:extLst>
          </p:cNvPr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25653EE-C8AF-8A46-8352-77C71D368335}"/>
              </a:ext>
            </a:extLst>
          </p:cNvPr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79EC5B-3807-B725-55E9-11E7861F7E0A}"/>
              </a:ext>
            </a:extLst>
          </p:cNvPr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11B73E3-476D-EBDE-0B85-49A8D6785BF9}"/>
              </a:ext>
            </a:extLst>
          </p:cNvPr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BF00C55-B3C8-74C6-9E8B-9DBDABBEB650}"/>
              </a:ext>
            </a:extLst>
          </p:cNvPr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A7048E0-BB59-F3E7-5CB3-4BDA86216D07}"/>
              </a:ext>
            </a:extLst>
          </p:cNvPr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23CAA63-FF03-D7FD-9E34-8405D7654DBC}"/>
              </a:ext>
            </a:extLst>
          </p:cNvPr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AAE85BC-F0B7-8A10-7AF7-6FA9DF753AAE}"/>
              </a:ext>
            </a:extLst>
          </p:cNvPr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26998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4095D2-706C-4F0F-21AA-DB217ABFE9B4}"/>
              </a:ext>
            </a:extLst>
          </p:cNvPr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F8FDE2-4D55-6D76-F5FE-45D45ADE7F18}"/>
              </a:ext>
            </a:extLst>
          </p:cNvPr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A7EBAE-9E30-31EF-5AFC-CD13AD1057D0}"/>
              </a:ext>
            </a:extLst>
          </p:cNvPr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A6CA65-6721-C074-B60B-5E5121825A64}"/>
              </a:ext>
            </a:extLst>
          </p:cNvPr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C65B983-1FC4-9283-8369-21CD9CAA600A}"/>
              </a:ext>
            </a:extLst>
          </p:cNvPr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6484F5-9736-EC6A-ECF3-29AB1DFE83B6}"/>
              </a:ext>
            </a:extLst>
          </p:cNvPr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FE13DEA-512C-9492-D50A-58A095A73B86}"/>
              </a:ext>
            </a:extLst>
          </p:cNvPr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EF823B-2405-E303-A7AA-126BEEF32E9A}"/>
              </a:ext>
            </a:extLst>
          </p:cNvPr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3DD9DB-CCBD-7485-7CEF-2F97BFF03537}"/>
              </a:ext>
            </a:extLst>
          </p:cNvPr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0D02F2E-7847-6C28-7961-CDCD5F7B98A3}"/>
              </a:ext>
            </a:extLst>
          </p:cNvPr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224FE2B-08CE-3005-E70F-78C4A46493A1}"/>
              </a:ext>
            </a:extLst>
          </p:cNvPr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1E3DE9-3F7F-5707-AB4B-2EEEB4A5A8CB}"/>
              </a:ext>
            </a:extLst>
          </p:cNvPr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0C94509-E2E6-3A9F-85DB-55CBC7211AD8}"/>
              </a:ext>
            </a:extLst>
          </p:cNvPr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E1DB33C-31D9-B3D8-FAE3-E999786B07BB}"/>
              </a:ext>
            </a:extLst>
          </p:cNvPr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5A1D30F-D420-5FEA-CD9C-28169FEAB70E}"/>
              </a:ext>
            </a:extLst>
          </p:cNvPr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87D89D0-8793-33B3-2F7F-A9EFAC6C1CDE}"/>
              </a:ext>
            </a:extLst>
          </p:cNvPr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44ADA7F-49EA-D4A0-AE0F-8D775AF7CDE0}"/>
              </a:ext>
            </a:extLst>
          </p:cNvPr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6E6A73B-260E-5612-E5DC-096F13175B9C}"/>
              </a:ext>
            </a:extLst>
          </p:cNvPr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033AFBB-0C9F-93D2-9066-B6C479B57133}"/>
              </a:ext>
            </a:extLst>
          </p:cNvPr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DD37AC2-D9F3-0F3E-6CCF-C1A03895E0F7}"/>
              </a:ext>
            </a:extLst>
          </p:cNvPr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B464912-F94A-8C75-62CB-EC31C7D8B1C1}"/>
              </a:ext>
            </a:extLst>
          </p:cNvPr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763693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C7FCB4-0BEB-C643-338D-0FBFD3035D1B}"/>
              </a:ext>
            </a:extLst>
          </p:cNvPr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66D18BA-B26B-1BD1-E2EC-AA42499DE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9C2E9FE0-49CB-AB6D-08F0-CEEA8081CE1F}"/>
              </a:ext>
            </a:extLst>
          </p:cNvPr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3F6B4C-E7A1-6F8F-40A3-6559A6252EC4}"/>
              </a:ext>
            </a:extLst>
          </p:cNvPr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78C285A-0C87-F671-2B00-511FBF19BC5C}"/>
              </a:ext>
            </a:extLst>
          </p:cNvPr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E889FDD-A272-0857-247D-2F345FEE32CF}"/>
              </a:ext>
            </a:extLst>
          </p:cNvPr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8E6564A-5C87-CCCA-C5F0-8BBA20CF6F22}"/>
              </a:ext>
            </a:extLst>
          </p:cNvPr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80A5BBE-D264-F297-4C76-F06DA03CF63B}"/>
              </a:ext>
            </a:extLst>
          </p:cNvPr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702C4E7-8906-2D71-1925-54914FE4B134}"/>
              </a:ext>
            </a:extLst>
          </p:cNvPr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C9F41D67-FC7A-A5FE-0262-99E133045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4F2778EB-643A-2C2F-1452-A27F3B7065A4}"/>
              </a:ext>
            </a:extLst>
          </p:cNvPr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3481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8ED2B0A-7DC3-C9C5-5144-6DACB678A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CC41252-0946-6E04-20F7-6B9C6C9E4FD0}"/>
              </a:ext>
            </a:extLst>
          </p:cNvPr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011F5A-73D5-0508-B0CA-A16D1296F854}"/>
              </a:ext>
            </a:extLst>
          </p:cNvPr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54DA1BE-48BD-FB9D-01C6-78C6DF412E89}"/>
              </a:ext>
            </a:extLst>
          </p:cNvPr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0FE7502-7488-3615-773B-21CBFB6D242F}"/>
              </a:ext>
            </a:extLst>
          </p:cNvPr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2616BEA-6BF6-8826-DEAB-63C2D01AF325}"/>
              </a:ext>
            </a:extLst>
          </p:cNvPr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E982CA7-1CBE-4A1E-8D8A-9FF5A92C19C2}"/>
              </a:ext>
            </a:extLst>
          </p:cNvPr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5699677-07EA-D482-BA4E-374CA064DB7A}"/>
              </a:ext>
            </a:extLst>
          </p:cNvPr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F9200F6-E77C-299D-2A5C-138CE862C320}"/>
              </a:ext>
            </a:extLst>
          </p:cNvPr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58547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6E9078F-C778-7DE9-F41B-3A41620F7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5"/>
            <a:ext cx="14630400" cy="28352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0E05BF6-120F-ED3B-CC87-33305092F8BE}"/>
              </a:ext>
            </a:extLst>
          </p:cNvPr>
          <p:cNvSpPr/>
          <p:nvPr/>
        </p:nvSpPr>
        <p:spPr>
          <a:xfrm>
            <a:off x="793790" y="4307112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CC17C97F-26BF-685F-E61D-BC5CAEAA3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56053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E36FF273-3878-B5DD-2D30-264E895D6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5356053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EB4DE568-ED77-A3B0-FD9A-32E8D3C1C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471" y="5356053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03AC1CD7-DB03-4B65-3DCF-7701B5A8A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812" y="5356053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BACC234B-AC6D-F410-CED4-244C1A42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152" y="5356053"/>
            <a:ext cx="382667" cy="340162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C6CAA804-5341-ECA4-53B5-577BF7D8FD6D}"/>
              </a:ext>
            </a:extLst>
          </p:cNvPr>
          <p:cNvSpPr/>
          <p:nvPr/>
        </p:nvSpPr>
        <p:spPr>
          <a:xfrm>
            <a:off x="3103840" y="5414988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71595D1-4C9A-4523-A237-190C0219F713}"/>
              </a:ext>
            </a:extLst>
          </p:cNvPr>
          <p:cNvSpPr/>
          <p:nvPr/>
        </p:nvSpPr>
        <p:spPr>
          <a:xfrm>
            <a:off x="793790" y="5927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55A6CFF-B76B-95FF-B190-BE0C43B01E56}"/>
              </a:ext>
            </a:extLst>
          </p:cNvPr>
          <p:cNvSpPr/>
          <p:nvPr/>
        </p:nvSpPr>
        <p:spPr>
          <a:xfrm>
            <a:off x="793790" y="641797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>
            <a:extLst>
              <a:ext uri="{FF2B5EF4-FFF2-40B4-BE49-F238E27FC236}">
                <a16:creationId xmlns:a16="http://schemas.microsoft.com/office/drawing/2014/main" id="{01AF3489-BBEC-EBC9-2756-D7B55F58C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893" y="5356053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D92CCCC1-03F7-9618-AA82-AE606125E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233" y="5356053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>
            <a:extLst>
              <a:ext uri="{FF2B5EF4-FFF2-40B4-BE49-F238E27FC236}">
                <a16:creationId xmlns:a16="http://schemas.microsoft.com/office/drawing/2014/main" id="{8A7D1B82-A78F-9829-D417-5EECB51C8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574" y="5356053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>
            <a:extLst>
              <a:ext uri="{FF2B5EF4-FFF2-40B4-BE49-F238E27FC236}">
                <a16:creationId xmlns:a16="http://schemas.microsoft.com/office/drawing/2014/main" id="{4E9BEAC8-2EA8-3E33-DDD1-8BD671798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914" y="5356053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EF7A23E6-F73D-C29C-924F-B720F4749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255" y="5356053"/>
            <a:ext cx="382667" cy="340162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61797A51-B6F6-0DC2-D1D2-B4D84835B984}"/>
              </a:ext>
            </a:extLst>
          </p:cNvPr>
          <p:cNvSpPr/>
          <p:nvPr/>
        </p:nvSpPr>
        <p:spPr>
          <a:xfrm>
            <a:off x="7545943" y="5414988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75C858A7-D4FD-22EB-15C4-3351DA5081E2}"/>
              </a:ext>
            </a:extLst>
          </p:cNvPr>
          <p:cNvSpPr/>
          <p:nvPr/>
        </p:nvSpPr>
        <p:spPr>
          <a:xfrm>
            <a:off x="5235893" y="5927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15E4DB3D-550B-8648-4743-744F6B36A16B}"/>
              </a:ext>
            </a:extLst>
          </p:cNvPr>
          <p:cNvSpPr/>
          <p:nvPr/>
        </p:nvSpPr>
        <p:spPr>
          <a:xfrm>
            <a:off x="5235893" y="641797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>
            <a:extLst>
              <a:ext uri="{FF2B5EF4-FFF2-40B4-BE49-F238E27FC236}">
                <a16:creationId xmlns:a16="http://schemas.microsoft.com/office/drawing/2014/main" id="{91A8811B-CDF1-D253-2A6B-45EF797D0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5356053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>
            <a:extLst>
              <a:ext uri="{FF2B5EF4-FFF2-40B4-BE49-F238E27FC236}">
                <a16:creationId xmlns:a16="http://schemas.microsoft.com/office/drawing/2014/main" id="{B69A5141-6B51-A8D7-DBA6-55AC3EEF4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7336" y="5356053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>
            <a:extLst>
              <a:ext uri="{FF2B5EF4-FFF2-40B4-BE49-F238E27FC236}">
                <a16:creationId xmlns:a16="http://schemas.microsoft.com/office/drawing/2014/main" id="{612BE01B-96C5-C8E9-C300-88236484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677" y="5356053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>
            <a:extLst>
              <a:ext uri="{FF2B5EF4-FFF2-40B4-BE49-F238E27FC236}">
                <a16:creationId xmlns:a16="http://schemas.microsoft.com/office/drawing/2014/main" id="{E356840A-03F8-6515-E0D7-5E4EE709D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017" y="5356053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>
            <a:extLst>
              <a:ext uri="{FF2B5EF4-FFF2-40B4-BE49-F238E27FC236}">
                <a16:creationId xmlns:a16="http://schemas.microsoft.com/office/drawing/2014/main" id="{EB3D3D78-E4A5-4007-A002-0789132F7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5358" y="5356053"/>
            <a:ext cx="382667" cy="340162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2125720E-6FAE-B499-43A0-23A2E77CD44B}"/>
              </a:ext>
            </a:extLst>
          </p:cNvPr>
          <p:cNvSpPr/>
          <p:nvPr/>
        </p:nvSpPr>
        <p:spPr>
          <a:xfrm>
            <a:off x="11988046" y="5414988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1B5BC2A-557B-52BC-F044-606428972436}"/>
              </a:ext>
            </a:extLst>
          </p:cNvPr>
          <p:cNvSpPr/>
          <p:nvPr/>
        </p:nvSpPr>
        <p:spPr>
          <a:xfrm>
            <a:off x="9677995" y="5927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7EE571C-FB27-4E8A-CAC3-9EF639DB2825}"/>
              </a:ext>
            </a:extLst>
          </p:cNvPr>
          <p:cNvSpPr/>
          <p:nvPr/>
        </p:nvSpPr>
        <p:spPr>
          <a:xfrm>
            <a:off x="9677995" y="641797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35311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22BAC18-DC44-BD7C-B7DE-F207F1B64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CBEBEF4-A18E-2D75-6BAF-2AAFB75E9C7A}"/>
              </a:ext>
            </a:extLst>
          </p:cNvPr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E1662EC-AC32-BA75-63B9-EEDC19DA6089}"/>
              </a:ext>
            </a:extLst>
          </p:cNvPr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05740CF-DD2E-6A41-7462-E1554639E468}"/>
              </a:ext>
            </a:extLst>
          </p:cNvPr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4DB3C94-5F27-B2F2-5A42-0B11BC861350}"/>
              </a:ext>
            </a:extLst>
          </p:cNvPr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07CC4BA-5627-8C6D-CA44-2C56BBED1AB2}"/>
              </a:ext>
            </a:extLst>
          </p:cNvPr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5789057-38AA-6EFC-10BE-F459C4AE9638}"/>
              </a:ext>
            </a:extLst>
          </p:cNvPr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84C4E98-FA92-929F-9904-5A0D67EE3158}"/>
              </a:ext>
            </a:extLst>
          </p:cNvPr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81AFCCF-4A71-CFB9-46D8-5EDE8BB15FB3}"/>
              </a:ext>
            </a:extLst>
          </p:cNvPr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12110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502FFE-58CF-DEEF-689F-CF6EEFA0C9A8}"/>
              </a:ext>
            </a:extLst>
          </p:cNvPr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247269-A215-F21F-A1EC-C8D3844ABF29}"/>
              </a:ext>
            </a:extLst>
          </p:cNvPr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254E162-29F4-6C3A-7CB7-397D18136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6B2FC30-A2B7-4A64-0805-DECC76CFC492}"/>
              </a:ext>
            </a:extLst>
          </p:cNvPr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3EAF7C4-B60E-AAF0-7114-F8D91E68DFE8}"/>
              </a:ext>
            </a:extLst>
          </p:cNvPr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8076DB0-F6E4-6845-7334-D180DE9E5273}"/>
              </a:ext>
            </a:extLst>
          </p:cNvPr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40C8CE8-9990-C31B-36CC-E089EDA99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75A1006-9066-9A50-D58D-1D66A1F2750F}"/>
              </a:ext>
            </a:extLst>
          </p:cNvPr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AE966C9-D33E-6B23-3841-175CE6607655}"/>
              </a:ext>
            </a:extLst>
          </p:cNvPr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329130D-48BE-DD47-AA42-9E8B6F763445}"/>
              </a:ext>
            </a:extLst>
          </p:cNvPr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C0EEEDEE-5695-E542-EE4C-5B470DD6F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1D40FD5E-2279-B591-6401-266895451072}"/>
              </a:ext>
            </a:extLst>
          </p:cNvPr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8631FAD-79D3-E36D-0A4F-58A2FDBB2E5E}"/>
              </a:ext>
            </a:extLst>
          </p:cNvPr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45387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745704-8217-94D6-F82E-40F630962F6E}"/>
              </a:ext>
            </a:extLst>
          </p:cNvPr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25ED867-5B05-0FBE-5139-2CF58E6E4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75E02C4-3229-C3DF-255E-41F37A107E5A}"/>
              </a:ext>
            </a:extLst>
          </p:cNvPr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327622C-5718-0EE3-D2F9-9C3DE60A9467}"/>
              </a:ext>
            </a:extLst>
          </p:cNvPr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E732469-7D72-9E6C-F4B3-579EB7D1002B}"/>
              </a:ext>
            </a:extLst>
          </p:cNvPr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C06D1A2-99ED-59FA-5993-E1A56397BE3A}"/>
              </a:ext>
            </a:extLst>
          </p:cNvPr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79D9C1C1-8FC8-3B82-C4FB-58D1FD37C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05E0B82-CB49-AE35-6812-F092D8CDBCA7}"/>
              </a:ext>
            </a:extLst>
          </p:cNvPr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913B915-B446-2020-3919-50B5A4696317}"/>
              </a:ext>
            </a:extLst>
          </p:cNvPr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DE61D4D-14A7-CB37-25BC-2BFA01FC5BFA}"/>
              </a:ext>
            </a:extLst>
          </p:cNvPr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0A8F4B4-7CEA-9646-D681-AE7843D1E632}"/>
              </a:ext>
            </a:extLst>
          </p:cNvPr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665923D0-BAAD-FE3D-3754-995DF2112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8275A6E2-FF5A-251D-3B76-AA4CEE1E101B}"/>
              </a:ext>
            </a:extLst>
          </p:cNvPr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764E7AD-8275-A7A4-1D83-E25464C44397}"/>
              </a:ext>
            </a:extLst>
          </p:cNvPr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A8D1C4B2-F96D-1E53-FECF-1A11DD149B45}"/>
              </a:ext>
            </a:extLst>
          </p:cNvPr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51529E4-84FF-3070-F4F9-7963D121F3CE}"/>
              </a:ext>
            </a:extLst>
          </p:cNvPr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8929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C0474DF-3FAF-0115-802D-4CB7E2CA1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7C5A2F7-C859-ACBA-E097-911382849C82}"/>
              </a:ext>
            </a:extLst>
          </p:cNvPr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3EA75A1-F37F-728E-3BED-F3C285159183}"/>
              </a:ext>
            </a:extLst>
          </p:cNvPr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E7C7CB5-B8DC-53D1-3C7F-1946F92F12CB}"/>
              </a:ext>
            </a:extLst>
          </p:cNvPr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75AA57A6-C698-0CC8-3608-E0CEBA4E1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0DCBFE8-FA2C-5DC6-FF65-90706A77D020}"/>
              </a:ext>
            </a:extLst>
          </p:cNvPr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</a:t>
            </a:r>
            <a:r>
              <a:rPr lang="en-US" sz="1500" dirty="0">
                <a:solidFill>
                  <a:srgbClr val="454240"/>
                </a:solidFill>
                <a:latin typeface="Libre Baskerville" panose="02000000000000000000" pitchFamily="2" charset="0"/>
                <a:ea typeface="Libre Baskerville" pitchFamily="34" charset="-122"/>
                <a:cs typeface="Libre Baskerville" pitchFamily="34" charset="-120"/>
              </a:rPr>
              <a:t>Subscriptions</a:t>
            </a:r>
            <a:endParaRPr lang="en-US" sz="1500" dirty="0">
              <a:latin typeface="Libre Baskerville" panose="02000000000000000000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AED431E-8552-D248-3C53-3FEE1349C0D5}"/>
              </a:ext>
            </a:extLst>
          </p:cNvPr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92F997F-0313-7757-8256-A21ADA603708}"/>
              </a:ext>
            </a:extLst>
          </p:cNvPr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7C3007C-460F-8C3C-02F7-CFC629D761E3}"/>
              </a:ext>
            </a:extLst>
          </p:cNvPr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CA70D158-7892-5665-10A5-0228CB578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9C25E91D-51A5-C778-0D27-AC2271FC611D}"/>
              </a:ext>
            </a:extLst>
          </p:cNvPr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943718E-211F-45DF-EED3-6302F9FF96D8}"/>
              </a:ext>
            </a:extLst>
          </p:cNvPr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4C2773D9-BAD3-A31B-12FC-9083CE531289}"/>
              </a:ext>
            </a:extLst>
          </p:cNvPr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51CB2B9C-2822-2D57-85C2-765185BC8815}"/>
              </a:ext>
            </a:extLst>
          </p:cNvPr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0EF9A1EB-C655-9A22-F4F0-47AA3B610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1536102-E967-1CEB-213F-72762D7C4FFF}"/>
              </a:ext>
            </a:extLst>
          </p:cNvPr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8654FAE-7862-80D8-26B1-8B0C3D870192}"/>
              </a:ext>
            </a:extLst>
          </p:cNvPr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A51D48DD-1019-F0D7-5AF9-E67054412651}"/>
              </a:ext>
            </a:extLst>
          </p:cNvPr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974DFE2C-629F-726E-CC16-91C6590B84CB}"/>
              </a:ext>
            </a:extLst>
          </p:cNvPr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59BEA3F4-DB1A-E9FA-E6CF-38D669ED17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48321D9F-079A-41D5-D06B-24B51BB50632}"/>
              </a:ext>
            </a:extLst>
          </p:cNvPr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C428B5D-722D-5301-35BD-8856C89A4EDA}"/>
              </a:ext>
            </a:extLst>
          </p:cNvPr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365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267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Arial</vt:lpstr>
      <vt:lpstr>Libre Baskerville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Ashish Kumar</dc:creator>
  <cp:lastModifiedBy>ASUS</cp:lastModifiedBy>
  <cp:revision>3</cp:revision>
  <dcterms:created xsi:type="dcterms:W3CDTF">2025-10-14T02:52:14Z</dcterms:created>
  <dcterms:modified xsi:type="dcterms:W3CDTF">2026-01-20T22:40:06Z</dcterms:modified>
</cp:coreProperties>
</file>